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7" autoAdjust="0"/>
    <p:restoredTop sz="94660"/>
  </p:normalViewPr>
  <p:slideViewPr>
    <p:cSldViewPr snapToGrid="0">
      <p:cViewPr varScale="1">
        <p:scale>
          <a:sx n="94" d="100"/>
          <a:sy n="94" d="100"/>
        </p:scale>
        <p:origin x="3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5556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55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3619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407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20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924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74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652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831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51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38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0412DBD-BEED-499C-9AB6-0FFB2E4D7E75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4DE3890-50FC-49DC-9773-D2CF39B5B526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210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16B9E-1C54-0C65-A392-AEEC50A09F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Intelligent Flashcards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A0B036-55F1-E4CB-AD39-A4233638A0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Andre, Joshua, Saanvi, Vainavi</a:t>
            </a:r>
          </a:p>
        </p:txBody>
      </p:sp>
    </p:spTree>
    <p:extLst>
      <p:ext uri="{BB962C8B-B14F-4D97-AF65-F5344CB8AC3E}">
        <p14:creationId xmlns:p14="http://schemas.microsoft.com/office/powerpoint/2010/main" val="2325869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62B08-80C2-AED3-4370-7D3F8005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Intelligent Flashcards?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A5182D-97BD-0A8F-D798-0B765BAEBB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933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C39484-2BEE-CCC5-49D2-D1A748D6A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flashcards using AI!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92EF94-3339-6B0C-E311-F8194B1A7F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1028" y="1846263"/>
            <a:ext cx="1850269" cy="4022725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33F90A-4C13-EED9-196A-CE7BB7F8CCB6}"/>
              </a:ext>
            </a:extLst>
          </p:cNvPr>
          <p:cNvSpPr txBox="1"/>
          <p:nvPr/>
        </p:nvSpPr>
        <p:spPr>
          <a:xfrm>
            <a:off x="2867377" y="4064000"/>
            <a:ext cx="1887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 in a </a:t>
            </a:r>
            <a:r>
              <a:rPr lang="en-US" dirty="0" err="1"/>
              <a:t>chatbox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317924-8D39-7E4B-2B69-46FAAFDC5D0D}"/>
              </a:ext>
            </a:extLst>
          </p:cNvPr>
          <p:cNvSpPr txBox="1"/>
          <p:nvPr/>
        </p:nvSpPr>
        <p:spPr>
          <a:xfrm>
            <a:off x="7437055" y="4583289"/>
            <a:ext cx="3199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cards to Set of Flashcards</a:t>
            </a:r>
          </a:p>
        </p:txBody>
      </p:sp>
    </p:spTree>
    <p:extLst>
      <p:ext uri="{BB962C8B-B14F-4D97-AF65-F5344CB8AC3E}">
        <p14:creationId xmlns:p14="http://schemas.microsoft.com/office/powerpoint/2010/main" val="1262552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EF630-8928-A22B-F1DD-F4AF17283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0FD5CC-D2C6-B98B-9958-10EB89B50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use Intelligent Flashcards?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717660-B4B3-A259-F078-6696EB21B4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Enables you to create and review flashcards faster!</a:t>
            </a:r>
          </a:p>
        </p:txBody>
      </p:sp>
    </p:spTree>
    <p:extLst>
      <p:ext uri="{BB962C8B-B14F-4D97-AF65-F5344CB8AC3E}">
        <p14:creationId xmlns:p14="http://schemas.microsoft.com/office/powerpoint/2010/main" val="2631832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EA1FD9-9D52-24CC-BAFA-E8F758F6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4BF185F-0F66-AF5B-6303-75B8A9C4D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605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50607A-48B8-AF1F-1875-456FD4B5F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A26EAE-545E-9D72-C6AE-5E4729501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95489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</TotalTime>
  <Words>45</Words>
  <Application>Microsoft Office PowerPoint</Application>
  <PresentationFormat>Widescreen</PresentationFormat>
  <Paragraphs>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Calibri</vt:lpstr>
      <vt:lpstr>Calibri Light</vt:lpstr>
      <vt:lpstr>Retrospect</vt:lpstr>
      <vt:lpstr>Intelligent Flashcards</vt:lpstr>
      <vt:lpstr>Why use Intelligent Flashcards?</vt:lpstr>
      <vt:lpstr>Create flashcards using AI!</vt:lpstr>
      <vt:lpstr>Why use Intelligent Flashcards?</vt:lpstr>
      <vt:lpstr>PowerPoint Presentation</vt:lpstr>
      <vt:lpstr>Demo!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Joshua Coquia</dc:creator>
  <cp:lastModifiedBy>Joshua Coquia</cp:lastModifiedBy>
  <cp:revision>2</cp:revision>
  <dcterms:created xsi:type="dcterms:W3CDTF">2025-11-08T21:59:15Z</dcterms:created>
  <dcterms:modified xsi:type="dcterms:W3CDTF">2025-11-09T01:57:51Z</dcterms:modified>
</cp:coreProperties>
</file>