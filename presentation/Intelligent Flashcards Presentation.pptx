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" y="2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55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61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0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2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2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7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5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3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5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412DBD-BEED-499C-9AB6-0FFB2E4D7E7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4DE3890-50FC-49DC-9773-D2CF39B5B52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21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6B9E-1C54-0C65-A392-AEEC50A09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Intelligent Flashcards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0B036-55F1-E4CB-AD39-A4233638A0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Andre, Joshua, Saanvi, Vainavi</a:t>
            </a:r>
          </a:p>
        </p:txBody>
      </p:sp>
    </p:spTree>
    <p:extLst>
      <p:ext uri="{BB962C8B-B14F-4D97-AF65-F5344CB8AC3E}">
        <p14:creationId xmlns:p14="http://schemas.microsoft.com/office/powerpoint/2010/main" val="232586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162B08-80C2-AED3-4370-7D3F8005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Intelligent Flashcards?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5182D-97BD-0A8F-D798-0B765BAEB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3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C39484-2BEE-CCC5-49D2-D1A748D6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flashcards using AI!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92EF94-3339-6B0C-E311-F8194B1A7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1028" y="1846263"/>
            <a:ext cx="1850269" cy="402272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33F90A-4C13-EED9-196A-CE7BB7F8CCB6}"/>
              </a:ext>
            </a:extLst>
          </p:cNvPr>
          <p:cNvSpPr txBox="1"/>
          <p:nvPr/>
        </p:nvSpPr>
        <p:spPr>
          <a:xfrm>
            <a:off x="2867377" y="4064000"/>
            <a:ext cx="188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in a </a:t>
            </a:r>
            <a:r>
              <a:rPr lang="en-US" dirty="0" err="1"/>
              <a:t>chatbox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17924-8D39-7E4B-2B69-46FAAFDC5D0D}"/>
              </a:ext>
            </a:extLst>
          </p:cNvPr>
          <p:cNvSpPr txBox="1"/>
          <p:nvPr/>
        </p:nvSpPr>
        <p:spPr>
          <a:xfrm>
            <a:off x="7437055" y="4583289"/>
            <a:ext cx="31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cards to Set of Flashcards</a:t>
            </a:r>
          </a:p>
        </p:txBody>
      </p:sp>
    </p:spTree>
    <p:extLst>
      <p:ext uri="{BB962C8B-B14F-4D97-AF65-F5344CB8AC3E}">
        <p14:creationId xmlns:p14="http://schemas.microsoft.com/office/powerpoint/2010/main" val="126255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EF630-8928-A22B-F1DD-F4AF1728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0FD5CC-D2C6-B98B-9958-10EB89B5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use Intelligent Flashcards?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17660-B4B3-A259-F078-6696EB21B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Enables you to create and review flashcards faster!</a:t>
            </a:r>
          </a:p>
        </p:txBody>
      </p:sp>
    </p:spTree>
    <p:extLst>
      <p:ext uri="{BB962C8B-B14F-4D97-AF65-F5344CB8AC3E}">
        <p14:creationId xmlns:p14="http://schemas.microsoft.com/office/powerpoint/2010/main" val="263183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7EC7E9-2E8D-E461-B6D3-E9C2AC623BF2}"/>
              </a:ext>
            </a:extLst>
          </p:cNvPr>
          <p:cNvSpPr/>
          <p:nvPr/>
        </p:nvSpPr>
        <p:spPr>
          <a:xfrm>
            <a:off x="1096963" y="1930400"/>
            <a:ext cx="9998074" cy="391724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EA1FD9-9D52-24CC-BAFA-E8F758F6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Flow Diagrams</a:t>
            </a:r>
          </a:p>
        </p:txBody>
      </p:sp>
      <p:pic>
        <p:nvPicPr>
          <p:cNvPr id="12" name="Content Placeholder 11" descr="A diagram of a computer&#10;&#10;AI-generated content may be incorrect.">
            <a:extLst>
              <a:ext uri="{FF2B5EF4-FFF2-40B4-BE49-F238E27FC236}">
                <a16:creationId xmlns:a16="http://schemas.microsoft.com/office/drawing/2014/main" id="{81AB7FEE-8E7F-708A-FF01-1FF368AC7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536" y="1935640"/>
            <a:ext cx="7686928" cy="3912003"/>
          </a:xfrm>
        </p:spPr>
      </p:pic>
    </p:spTree>
    <p:extLst>
      <p:ext uri="{BB962C8B-B14F-4D97-AF65-F5344CB8AC3E}">
        <p14:creationId xmlns:p14="http://schemas.microsoft.com/office/powerpoint/2010/main" val="342360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674C1-70E7-942E-D511-0508F9F7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F29DD7-EA6A-789A-A335-1AD77BA1B1F2}"/>
              </a:ext>
            </a:extLst>
          </p:cNvPr>
          <p:cNvSpPr/>
          <p:nvPr/>
        </p:nvSpPr>
        <p:spPr>
          <a:xfrm>
            <a:off x="1096963" y="1930400"/>
            <a:ext cx="9998074" cy="391724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F597AC-4EF4-6232-7A6D-193DEDED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Flow Diagrams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D8545D-962F-787B-96B2-2797D0C7E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17"/>
          <a:stretch>
            <a:fillRect/>
          </a:stretch>
        </p:blipFill>
        <p:spPr>
          <a:xfrm>
            <a:off x="1807457" y="1930400"/>
            <a:ext cx="8638046" cy="3724997"/>
          </a:xfrm>
        </p:spPr>
      </p:pic>
    </p:spTree>
    <p:extLst>
      <p:ext uri="{BB962C8B-B14F-4D97-AF65-F5344CB8AC3E}">
        <p14:creationId xmlns:p14="http://schemas.microsoft.com/office/powerpoint/2010/main" val="17568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7C9FB2E-E183-EBAA-1BBF-1BD8829B757B}"/>
              </a:ext>
            </a:extLst>
          </p:cNvPr>
          <p:cNvSpPr/>
          <p:nvPr/>
        </p:nvSpPr>
        <p:spPr>
          <a:xfrm>
            <a:off x="0" y="1881832"/>
            <a:ext cx="12192000" cy="40227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FD101-5335-CB5B-829E-51054701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8B415B8A-5CBE-CEBF-278D-9E1DD10BA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1860637"/>
            <a:ext cx="1850269" cy="4022725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10EBCD8-1739-D0AE-5A4D-56DF4014A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0249" y="1881832"/>
            <a:ext cx="1850269" cy="3980334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85CA56D-0868-2681-B203-6A5B46CEB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3218" y="1874745"/>
            <a:ext cx="1850269" cy="4022723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3D7789C4-0BDA-99C5-13CD-150A2D8F5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6187" y="1860637"/>
            <a:ext cx="1850268" cy="4022723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76BC1B76-2E2D-5812-932E-1DED27AB3F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69156" y="1860638"/>
            <a:ext cx="1850268" cy="402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9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50607A-48B8-AF1F-1875-456FD4B5F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A26EAE-545E-9D72-C6AE-5E4729501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548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53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Intelligent Flashcards</vt:lpstr>
      <vt:lpstr>Why use Intelligent Flashcards?</vt:lpstr>
      <vt:lpstr>Create flashcards using AI!</vt:lpstr>
      <vt:lpstr>Why use Intelligent Flashcards?</vt:lpstr>
      <vt:lpstr>User Flow Diagrams</vt:lpstr>
      <vt:lpstr>User Flow Diagrams</vt:lpstr>
      <vt:lpstr>User Interface</vt:lpstr>
      <vt:lpstr>Demo!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Coquia</dc:creator>
  <cp:lastModifiedBy>Joshua Coquia</cp:lastModifiedBy>
  <cp:revision>3</cp:revision>
  <dcterms:created xsi:type="dcterms:W3CDTF">2025-11-08T21:59:15Z</dcterms:created>
  <dcterms:modified xsi:type="dcterms:W3CDTF">2025-11-09T02:39:11Z</dcterms:modified>
</cp:coreProperties>
</file>