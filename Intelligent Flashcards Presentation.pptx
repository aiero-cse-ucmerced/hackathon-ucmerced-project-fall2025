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94660"/>
  </p:normalViewPr>
  <p:slideViewPr>
    <p:cSldViewPr snapToGrid="0">
      <p:cViewPr varScale="1">
        <p:scale>
          <a:sx n="94" d="100"/>
          <a:sy n="94" d="100"/>
        </p:scale>
        <p:origin x="3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8F7F-9AD4-09D4-18E3-24297881B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34949-D6F1-9FC0-86EB-8315FD1A5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02C5-4957-6D95-F839-887682DD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663F-A024-226E-14F6-E0786CA2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42574-56BE-92CA-3405-097696B8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8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DDD4-F126-90F9-6E65-DE4F2B0B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E116-563F-210A-1C36-5BD1C6510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76763-B958-F7D4-8365-069EA201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5DB06-4950-4429-DD9C-7B1F1420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F05C-0E9A-0420-11DA-A0205047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98F9-21DD-9BFD-DCEE-2CF4DA666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D7CAB-7EA0-A960-936A-C5FEDD1FB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65AE8-CD3D-F03C-66AB-FD56E34D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CA37-74EC-272A-BCE4-C5A6A015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175A-0E98-7D45-E55B-BF91C80F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4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1581-012A-DA01-B89E-167180F7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6897-8B86-071E-FFC3-55BAA3C20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E1C5C-7A70-7C6E-D4F2-00659B427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65977-ECD7-37DE-FD8D-47AC33F2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72222-8B4C-265F-5D60-9B65B3BB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AFD7F-CECB-B297-F7CA-82FBD624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EA53-0FBE-1BC2-E329-7F26EAF5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544B1-B373-7E26-E392-7B06950D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0E17E-3AD6-DC39-40B8-FA0FF7153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4586A-464B-DED2-D7A2-916A1F924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C82C4-4EF9-23C9-6B30-3A206AACD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ED763-9EE8-089B-4890-A9B80187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DF071-D049-657F-7092-FD787B69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2DD4D-64F9-84F4-69F1-08580923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9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E0DA-743F-0C2D-877E-E968EF88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C0833-D672-66B8-7B5A-CCB5A331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6A42-2B8D-D465-1714-CBC7482E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B3340-FE37-C13E-F44A-13335431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3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9A01F-16E7-8F52-38C9-13ECB0D6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2B88F-F2B0-80F0-3AE1-568C5250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5580D-0433-CC15-9F71-68E3FA3A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3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7934-0708-BFAB-AC08-B426E40E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1B09-4348-6FC5-CDF9-D8F07569F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14921-2FEE-5DE7-6613-2F6D34555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9A878-FFFF-8D86-9DBB-F8E2DF36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0B389-6B20-730C-AA8E-C70C39E3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4C282-7D03-6C19-4C9C-F7998B3B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3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5036-5A8A-FE54-0123-5EF921ED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FF9FE-BDC8-6476-8A5E-EEE69D137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6A764-1818-0669-26D8-AC3D19924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4CE76-EB18-3000-41A8-B4262752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B3BEE-F160-575F-9B6D-353638F1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AD321-183D-7F66-663C-F113716B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6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2429-4630-9480-FE7B-3A04B9C4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67C80-E896-713A-600C-8506FF874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F2EAE-E76A-2A6A-BACB-EF4F0C79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BB8A-B642-C0C4-BEBF-5CD5528D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BF902-B101-9D9E-92BE-B4E229B9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3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3EC4D-EF05-2AB4-13FC-C00C720C8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D877E-B009-F91F-ED7B-11E963560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FF840-2FE8-D0CC-7300-586E0197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80DB3-0288-9BEA-44C2-5BD251EB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1B39D-62FC-A97C-B893-5CBD1276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3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8204D-F811-73AB-8F21-8E219E3E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A02AC-A749-C848-25C2-7BBA80AC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E42E-343A-04D5-E84B-B26F65E3E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45E30-4E7B-08DA-E528-931DA809E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19B5B-B0C1-5B5D-D84A-A8101A4B2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2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6B9E-1C54-0C65-A392-AEEC50A09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Intelligent Flashcards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0B036-55F1-E4CB-AD39-A4233638A0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Andre, Joshua, Saanvi, Vainavi</a:t>
            </a:r>
          </a:p>
        </p:txBody>
      </p:sp>
    </p:spTree>
    <p:extLst>
      <p:ext uri="{BB962C8B-B14F-4D97-AF65-F5344CB8AC3E}">
        <p14:creationId xmlns:p14="http://schemas.microsoft.com/office/powerpoint/2010/main" val="2325869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Intelligent Flashcards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Coquia</dc:creator>
  <cp:lastModifiedBy>Joshua Coquia</cp:lastModifiedBy>
  <cp:revision>1</cp:revision>
  <dcterms:created xsi:type="dcterms:W3CDTF">2025-11-08T21:59:15Z</dcterms:created>
  <dcterms:modified xsi:type="dcterms:W3CDTF">2025-11-08T22:00:35Z</dcterms:modified>
</cp:coreProperties>
</file>